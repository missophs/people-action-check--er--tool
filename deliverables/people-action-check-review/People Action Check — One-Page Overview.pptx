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Reviewed against src/handlers.js, src/views.js, src/scoring.js, src/worker.js and cloud SQL. Live October 9: Slack interactivity saved and verified after reload; history and saved assessment opened; policy empty state and HR queue opened; new-check selection modal opened without saving. Storage health returned HTTP 200 / ok after deployment. Feature claims are supported by implementation and automated tests; not every feature was exercised live in this repair. Cloud backup/restore has not been verified. No external AI provider is called by People Action Check. This is separate from Performance Check-In.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ACTION CHECK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Slack guidance for documented people-management actions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759952" y="384048"/>
            <a:ext cx="2852928" cy="438912"/>
          </a:xfrm>
          <a:prstGeom prst="roundRect">
            <a:avLst>
              <a:gd name="adj" fmla="val 25000"/>
            </a:avLst>
          </a:prstGeom>
          <a:solidFill>
            <a:srgbClr val="E5F4EF"/>
          </a:solidFill>
          <a:ln w="12700">
            <a:solidFill>
              <a:srgbClr val="E5F4E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512064"/>
            <a:ext cx="2532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CONNECTION VERIFIED</a:t>
            </a:r>
            <a:endParaRPr lang="en-US" sz="106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CHECK MOVES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2496312" cy="1508760"/>
          </a:xfrm>
          <a:prstGeom prst="roundRect">
            <a:avLst>
              <a:gd name="adj" fmla="val 7273"/>
            </a:avLst>
          </a:prstGeom>
          <a:solidFill>
            <a:srgbClr val="EEEAF8"/>
          </a:solidFill>
          <a:ln w="12700">
            <a:solidFill>
              <a:srgbClr val="EEEAF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2039112"/>
            <a:ext cx="365760" cy="365760"/>
          </a:xfrm>
          <a:prstGeom prst="ellipse">
            <a:avLst/>
          </a:prstGeom>
          <a:solidFill>
            <a:srgbClr val="634AA2"/>
          </a:solidFill>
          <a:ln w="12700">
            <a:solidFill>
              <a:srgbClr val="634AA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21122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07008" y="20482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2615184"/>
            <a:ext cx="2130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4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from 10 situations and read the relevant guidance.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419856" y="1847088"/>
            <a:ext cx="2496312" cy="1508760"/>
          </a:xfrm>
          <a:prstGeom prst="roundRect">
            <a:avLst>
              <a:gd name="adj" fmla="val 7273"/>
            </a:avLst>
          </a:prstGeom>
          <a:solidFill>
            <a:srgbClr val="E5F4EF"/>
          </a:solidFill>
          <a:ln w="12700">
            <a:solidFill>
              <a:srgbClr val="E5F4E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3592" y="2039112"/>
            <a:ext cx="365760" cy="365760"/>
          </a:xfrm>
          <a:prstGeom prst="ellipse">
            <a:avLst/>
          </a:prstGeom>
          <a:solidFill>
            <a:srgbClr val="634AA2"/>
          </a:solidFill>
          <a:ln w="12700">
            <a:solidFill>
              <a:srgbClr val="634AA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21122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59936" y="20482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02736" y="2615184"/>
            <a:ext cx="2130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4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five questions per situation; add notes and evidence.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72784" y="1847088"/>
            <a:ext cx="2496312" cy="1508760"/>
          </a:xfrm>
          <a:prstGeom prst="roundRect">
            <a:avLst>
              <a:gd name="adj" fmla="val 7273"/>
            </a:avLst>
          </a:prstGeom>
          <a:solidFill>
            <a:srgbClr val="EEEAF8"/>
          </a:solidFill>
          <a:ln w="12700">
            <a:solidFill>
              <a:srgbClr val="EEEAF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039112"/>
            <a:ext cx="365760" cy="365760"/>
          </a:xfrm>
          <a:prstGeom prst="ellipse">
            <a:avLst/>
          </a:prstGeom>
          <a:solidFill>
            <a:srgbClr val="634AA2"/>
          </a:solidFill>
          <a:ln w="12700">
            <a:solidFill>
              <a:srgbClr val="634AA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1122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12864" y="20482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55664" y="2615184"/>
            <a:ext cx="2130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4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Low, Medium or High risk and suggested next steps.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125712" y="1847088"/>
            <a:ext cx="2496312" cy="1508760"/>
          </a:xfrm>
          <a:prstGeom prst="roundRect">
            <a:avLst>
              <a:gd name="adj" fmla="val 7273"/>
            </a:avLst>
          </a:prstGeom>
          <a:solidFill>
            <a:srgbClr val="E5F4EF"/>
          </a:solidFill>
          <a:ln w="12700">
            <a:solidFill>
              <a:srgbClr val="E5F4E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99448" y="2039112"/>
            <a:ext cx="365760" cy="365760"/>
          </a:xfrm>
          <a:prstGeom prst="ellipse">
            <a:avLst/>
          </a:prstGeom>
          <a:solidFill>
            <a:srgbClr val="634AA2"/>
          </a:solidFill>
          <a:ln w="12700">
            <a:solidFill>
              <a:srgbClr val="634AA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99448" y="21122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65792" y="20482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to HR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08592" y="2615184"/>
            <a:ext cx="2130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4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case for HR review, documentation and reporting.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66928" y="3621024"/>
            <a:ext cx="5532120" cy="2176272"/>
          </a:xfrm>
          <a:prstGeom prst="roundRect">
            <a:avLst>
              <a:gd name="adj" fmla="val 5042"/>
            </a:avLst>
          </a:prstGeom>
          <a:solidFill>
            <a:srgbClr val="EEEAF8"/>
          </a:solidFill>
          <a:ln w="12700">
            <a:solidFill>
              <a:srgbClr val="EEEAF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3867912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MANAGERS &amp; HR CAN DO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04672" y="4370832"/>
            <a:ext cx="5029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save and resume private checks, add documentation, request Word reports and submit to HR.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04672" y="5047488"/>
            <a:ext cx="5029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reviews full submitted cases, downloads reports, adds documents and uses the Governance Center.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18504" y="3621024"/>
            <a:ext cx="5312664" cy="2176272"/>
          </a:xfrm>
          <a:prstGeom prst="roundRect">
            <a:avLst>
              <a:gd name="adj" fmla="val 5042"/>
            </a:avLst>
          </a:prstGeom>
          <a:solidFill>
            <a:srgbClr val="E5F4EF"/>
          </a:solidFill>
          <a:ln w="12700">
            <a:solidFill>
              <a:srgbClr val="E5F4E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6248" y="3867912"/>
            <a:ext cx="4837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RUNS &amp; WHO GOVERNS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556248" y="4370832"/>
            <a:ext cx="1051560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56248" y="44805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065008" y="4370832"/>
            <a:ext cx="1371600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65008" y="44805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893808" y="4370832"/>
            <a:ext cx="1444752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93808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744968" y="4443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564624" y="4443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556248" y="4965192"/>
            <a:ext cx="4773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dirty="0">
                <a:solidFill>
                  <a:srgbClr val="24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hosts the app; Supabase stores records. Slack stores messages and uploaded files.</a:t>
            </a:r>
            <a:endParaRPr lang="en-US" sz="1410" dirty="0"/>
          </a:p>
        </p:txBody>
      </p:sp>
      <p:sp>
        <p:nvSpPr>
          <p:cNvPr id="42" name="Text 40"/>
          <p:cNvSpPr/>
          <p:nvPr/>
        </p:nvSpPr>
        <p:spPr>
          <a:xfrm>
            <a:off x="566928" y="61173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4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DESIGN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615184" y="5989320"/>
            <a:ext cx="89885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4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drafts; HR reviews submitted case details. Access, retention and audit controls are built in.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generative AI. Wider rollout still needs access, recovery and delivery checks.</a:t>
            </a:r>
            <a:endParaRPr lang="en-US" sz="13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 Action Check — One-Page Overview</dc:title>
  <dc:subject>People Action Check — review version, October 9, 2026</dc:subject>
  <dc:creator>Melissa A. Weiss</dc:creator>
  <cp:lastModifiedBy>Melissa A. Weiss</cp:lastModifiedBy>
  <cp:revision>1</cp:revision>
  <dcterms:created xsi:type="dcterms:W3CDTF">2026-10-09T21:53:16Z</dcterms:created>
  <dcterms:modified xsi:type="dcterms:W3CDTF">2026-10-09T21:53:16Z</dcterms:modified>
</cp:coreProperties>
</file>